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output/slide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132233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703189"/>
            <a:ext cx="8595211" cy="66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NexTech Career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267200" y="2545110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358362" y="2811810"/>
            <a:ext cx="642712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3200"/>
              </a:spcAft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Career Platform for South African Youth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052824" y="3573661"/>
            <a:ext cx="3038203" cy="267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Proposal ·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469678"/>
            <a:ext cx="3238500" cy="107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0"/>
              </a:lnSpc>
              <a:spcAft>
                <a:spcPts val="14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</a:t>
            </a:r>
            <a:endParaRPr lang="en-US" sz="3400" dirty="0"/>
          </a:p>
          <a:p>
            <a:pPr algn="l" indent="0" marL="0">
              <a:lnSpc>
                <a:spcPts val="3910"/>
              </a:lnSpc>
              <a:spcAft>
                <a:spcPts val="14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55550" y="2640360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2881610"/>
            <a:ext cx="2720340" cy="85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SA's youth face a critical gap between education and employment.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08202" y="1301948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85902" y="1276648"/>
            <a:ext cx="525809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34% Youth Unemployment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85902" y="1562398"/>
            <a:ext cx="525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of the highest rates globally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08202" y="1987600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85902" y="1962299"/>
            <a:ext cx="525809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Access to Career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85902" y="2248049"/>
            <a:ext cx="525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builders and coaching are unaffordable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8202" y="2673251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85902" y="2647950"/>
            <a:ext cx="525809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Disconnected Process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85902" y="2933700"/>
            <a:ext cx="525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Resume, letter, interview prep exist in silos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8202" y="3358902"/>
            <a:ext cx="50750" cy="507950"/>
          </a:xfrm>
          <a:prstGeom prst="roundRect">
            <a:avLst>
              <a:gd name="adj" fmla="val 50049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85902" y="3333601"/>
            <a:ext cx="525809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Vision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85902" y="3619351"/>
            <a:ext cx="525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AI-powered app guiding SA youth from discovery to readiness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853232"/>
            <a:ext cx="853440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integrated features powering the complete career journey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1236613"/>
            <a:ext cx="2438400" cy="2037904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41431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1871365"/>
            <a:ext cx="258291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7301" y="2153245"/>
            <a:ext cx="21871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signup, bcrypt, auto-restore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236613"/>
            <a:ext cx="2438400" cy="2037904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8101" y="141431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78101" y="1871365"/>
            <a:ext cx="245793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7-Step Onboarding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78101" y="2153245"/>
            <a:ext cx="21871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wizard with AI encouragement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91200" y="1236613"/>
            <a:ext cx="2438400" cy="2037904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68901" y="141431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68901" y="1871365"/>
            <a:ext cx="245793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68901" y="2153245"/>
            <a:ext cx="24579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Animated hero, progress, AI tips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3274516"/>
            <a:ext cx="2438400" cy="1513433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301" y="345221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7301" y="3909268"/>
            <a:ext cx="258291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7301" y="4191149"/>
            <a:ext cx="21871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6-step wizard, ATS-optimized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274516"/>
            <a:ext cx="2438400" cy="1513433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78101" y="345221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8101" y="3909268"/>
            <a:ext cx="245793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Analyzer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78101" y="4191149"/>
            <a:ext cx="24579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Upload, ATS score, AI-improved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91200" y="3274516"/>
            <a:ext cx="2438400" cy="1513433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68901" y="345221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68901" y="3909268"/>
            <a:ext cx="245793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Letter AI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68901" y="4191149"/>
            <a:ext cx="218714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Auto-filled, 5 tones, tailored output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23763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and Onboarding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2094905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259955"/>
            <a:ext cx="4051191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Authentication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600" y="2642146"/>
            <a:ext cx="3682901" cy="118444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Email/password signup and login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 hashing for passwords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localStorage persistence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Auto-restore session on revisit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46402" y="1784300"/>
            <a:ext cx="12650" cy="228600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12953" y="2094905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2953" y="2259955"/>
            <a:ext cx="4051191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7-Step Conversational Wizard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12953" y="2642146"/>
            <a:ext cx="3682901" cy="118444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Name, Career Interest, Experience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Education, Skills (multi-select)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Location, Career Goal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encouragement between steps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64870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Immersive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05384"/>
            <a:ext cx="2438400" cy="1279922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531" y="1659285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9831" y="2218134"/>
            <a:ext cx="245793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Quick-Action Cards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25701" y="1405384"/>
            <a:ext cx="2438400" cy="1279922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07632" y="1659285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53442" y="2218134"/>
            <a:ext cx="258291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Journey Steps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41802" y="1405384"/>
            <a:ext cx="2438400" cy="1279922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23733" y="1659285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769543" y="2218134"/>
            <a:ext cx="258291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Career Tips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2888456"/>
            <a:ext cx="7924800" cy="1238101"/>
          </a:xfrm>
          <a:prstGeom prst="roundRect">
            <a:avLst>
              <a:gd name="adj" fmla="val 10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3501" y="3091607"/>
            <a:ext cx="815869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Journey Progress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3501" y="3466207"/>
            <a:ext cx="2421582" cy="228600"/>
          </a:xfrm>
          <a:prstGeom prst="roundRect">
            <a:avLst>
              <a:gd name="adj" fmla="val 22222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61283" y="3466207"/>
            <a:ext cx="2421434" cy="228600"/>
          </a:xfrm>
          <a:prstGeom prst="roundRect">
            <a:avLst>
              <a:gd name="adj" fmla="val 22222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58917" y="3466207"/>
            <a:ext cx="2421582" cy="228600"/>
          </a:xfrm>
          <a:prstGeom prst="roundRect">
            <a:avLst>
              <a:gd name="adj" fmla="val 22222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3501" y="3771007"/>
            <a:ext cx="6758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8527" y="3771007"/>
            <a:ext cx="9526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Letter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1798" y="3771007"/>
            <a:ext cx="7263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4253508"/>
            <a:ext cx="85344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70AA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Time-of-day greeting · Animated hero · Glassmorphism cards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751247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Builder — AI-Powered 6-Step Wizard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156" y="945952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5901" y="908596"/>
            <a:ext cx="1296442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Info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12445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156" y="1326952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5901" y="1289596"/>
            <a:ext cx="2110743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Summary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16255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156" y="1707952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5901" y="1670596"/>
            <a:ext cx="1576867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Experience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20065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3156" y="2088952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5901" y="2051596"/>
            <a:ext cx="103722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23875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3156" y="2469952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5901" y="2432596"/>
            <a:ext cx="560695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9600" y="27685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3156" y="2850952"/>
            <a:ext cx="107210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5901" y="2813596"/>
            <a:ext cx="203522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 and Generate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73501" y="863501"/>
            <a:ext cx="447049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Features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73501" y="1238101"/>
            <a:ext cx="3860899" cy="766911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97313" y="1238101"/>
            <a:ext cx="0" cy="766911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4276" y="1390501"/>
            <a:ext cx="3747671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 Summary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24276" y="1643063"/>
            <a:ext cx="374767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crafts a compelling professional summary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73501" y="2131963"/>
            <a:ext cx="3860899" cy="766911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97313" y="2131963"/>
            <a:ext cx="0" cy="766911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4276" y="2284363"/>
            <a:ext cx="3747671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Experience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24276" y="2536924"/>
            <a:ext cx="374767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Enhances descriptions with action verbs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73501" y="3025825"/>
            <a:ext cx="3860899" cy="766911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97313" y="3025825"/>
            <a:ext cx="0" cy="766911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4276" y="3178225"/>
            <a:ext cx="3747671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ATS Resume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24276" y="3430786"/>
            <a:ext cx="374767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resume with compatibility score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66030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Analyzer — AI Deep Scan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61654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726704"/>
            <a:ext cx="4051191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and Extract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600" y="2108895"/>
            <a:ext cx="3682901" cy="88833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PDF, DOCX, or TXT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extracted via mini-service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AI-powered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70202" y="1238250"/>
            <a:ext cx="12650" cy="203195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0553" y="1421904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0553" y="1586954"/>
            <a:ext cx="4051191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Analysis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0553" y="1969145"/>
            <a:ext cx="3682901" cy="118444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score and ATS compatibility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Section-by-section breakdowns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 and weaknesses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AI-improved resume version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797498"/>
            <a:ext cx="7924800" cy="939701"/>
          </a:xfrm>
          <a:prstGeom prst="roundRect">
            <a:avLst>
              <a:gd name="adj" fmla="val 1351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8993" y="3975199"/>
            <a:ext cx="1122212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41521" y="4419749"/>
            <a:ext cx="1057156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ATS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30598" y="4038749"/>
            <a:ext cx="12650" cy="45720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89809" y="3975199"/>
            <a:ext cx="779633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5/7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12407" y="4419749"/>
            <a:ext cx="734437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6002" y="4038749"/>
            <a:ext cx="12650" cy="45720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96675" y="3975199"/>
            <a:ext cx="623748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927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214754" y="4419749"/>
            <a:ext cx="587588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8445" y="4038749"/>
            <a:ext cx="12650" cy="45720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54996" y="4169569"/>
            <a:ext cx="3704615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A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generates an improved version with all fixes applied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26257"/>
            <a:ext cx="406301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967508"/>
            <a:ext cx="2794248" cy="92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Letter Generator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06301" y="2922091"/>
            <a:ext cx="2347168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AI-crafted letters that land interviews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55950" y="737443"/>
            <a:ext cx="5080099" cy="939403"/>
          </a:xfrm>
          <a:prstGeom prst="roundRect">
            <a:avLst>
              <a:gd name="adj" fmla="val 13519"/>
            </a:avLst>
          </a:prstGeom>
          <a:noFill/>
          <a:ln w="19050">
            <a:solidFill>
              <a:srgbClr val="A8CE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28901" y="978545"/>
            <a:ext cx="35608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88048" y="934194"/>
            <a:ext cx="4274237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Tone Options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8048" y="1232595"/>
            <a:ext cx="405315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Professional, Friendly, Confident, Creative, Formal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55950" y="1854547"/>
            <a:ext cx="5080099" cy="1186904"/>
          </a:xfrm>
          <a:prstGeom prst="roundRect">
            <a:avLst>
              <a:gd name="adj" fmla="val 10700"/>
            </a:avLst>
          </a:prstGeom>
          <a:noFill/>
          <a:ln w="19050">
            <a:solidFill>
              <a:srgbClr val="A8CE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28901" y="2219325"/>
            <a:ext cx="106805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96594" y="2051298"/>
            <a:ext cx="381315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Per Letter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6594" y="2349698"/>
            <a:ext cx="3639830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300-400 word tailored output for maximum impact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5950" y="3219152"/>
            <a:ext cx="5080099" cy="1186904"/>
          </a:xfrm>
          <a:prstGeom prst="roundRect">
            <a:avLst>
              <a:gd name="adj" fmla="val 10700"/>
            </a:avLst>
          </a:prstGeom>
          <a:noFill/>
          <a:ln w="19050">
            <a:solidFill>
              <a:srgbClr val="A8CE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28901" y="3647480"/>
            <a:ext cx="1052423" cy="35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927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85432" y="3415903"/>
            <a:ext cx="3825433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Pre-Populated from Resume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85432" y="3714304"/>
            <a:ext cx="3651550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flow from resume completion — no re-entry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5550"/>
            <a:ext cx="310886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Coach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784175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99976"/>
            <a:ext cx="7924800" cy="742950"/>
          </a:xfrm>
          <a:prstGeom prst="roundRect">
            <a:avLst>
              <a:gd name="adj" fmla="val 136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11619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2259" y="1228576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4026" y="1161901"/>
            <a:ext cx="262214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SA-Themed Interviewers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54026" y="1400026"/>
            <a:ext cx="57550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Kazi (Cape Town), Thabo (HR), Naledi (Durban), James (UK Exec), Zanele (Soweto)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1844427"/>
            <a:ext cx="7924800" cy="742950"/>
          </a:xfrm>
          <a:prstGeom prst="roundRect">
            <a:avLst>
              <a:gd name="adj" fmla="val 136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0063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2259" y="2073027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54026" y="2006352"/>
            <a:ext cx="35319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TTS + ASR with Lip-Sync Avatar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4026" y="2244477"/>
            <a:ext cx="36703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Realistic interview experience with speech recognition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" y="2688878"/>
            <a:ext cx="7924800" cy="742950"/>
          </a:xfrm>
          <a:prstGeom prst="roundRect">
            <a:avLst>
              <a:gd name="adj" fmla="val 136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285080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2259" y="2917478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4026" y="2850803"/>
            <a:ext cx="341031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Webcam Support for Live Practice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54026" y="3088928"/>
            <a:ext cx="35420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with real-time video for authentic simulation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3533329"/>
            <a:ext cx="7924800" cy="742950"/>
          </a:xfrm>
          <a:prstGeom prst="roundRect">
            <a:avLst>
              <a:gd name="adj" fmla="val 136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36952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2259" y="3761929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4026" y="3695254"/>
            <a:ext cx="483029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Per-Answer Scoring: Relevance, Clarity, Confidence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54026" y="3933379"/>
            <a:ext cx="40117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feedback on every response to track improvement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86141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Guide and Progress Tracker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4448949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Guide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254472"/>
            <a:ext cx="3835301" cy="803672"/>
          </a:xfrm>
          <a:prstGeom prst="roundRect">
            <a:avLst>
              <a:gd name="adj" fmla="val 12642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2039094"/>
            <a:ext cx="3835301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50" y="1406872"/>
            <a:ext cx="377190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Contextual Chatbot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750" y="1672084"/>
            <a:ext cx="37719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adapts to your current progress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85095"/>
            <a:ext cx="3835301" cy="803672"/>
          </a:xfrm>
          <a:prstGeom prst="roundRect">
            <a:avLst>
              <a:gd name="adj" fmla="val 12642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969716"/>
            <a:ext cx="3835301" cy="0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750" y="2337495"/>
            <a:ext cx="377190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Next-Step Suggestions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750" y="2602706"/>
            <a:ext cx="37719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 tips for your journey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3115717"/>
            <a:ext cx="3835301" cy="803672"/>
          </a:xfrm>
          <a:prstGeom prst="roundRect">
            <a:avLst>
              <a:gd name="adj" fmla="val 12642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9600" y="3900339"/>
            <a:ext cx="3835301" cy="0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50" y="3268117"/>
            <a:ext cx="377190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Career Tips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750" y="3533329"/>
            <a:ext cx="37719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Industry-specific advice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2602" y="863501"/>
            <a:ext cx="4218831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Tracker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2602" y="1254472"/>
            <a:ext cx="3835301" cy="791021"/>
          </a:xfrm>
          <a:prstGeom prst="roundRect">
            <a:avLst>
              <a:gd name="adj" fmla="val 12844"/>
            </a:avLst>
          </a:prstGeom>
          <a:noFill/>
          <a:ln w="19050">
            <a:solidFill>
              <a:srgbClr val="A8CE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4802" y="1434108"/>
            <a:ext cx="1546027" cy="466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0-100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177707" y="1425922"/>
            <a:ext cx="214253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 Readiness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7707" y="1678484"/>
            <a:ext cx="214253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preparedness 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22602" y="2172444"/>
            <a:ext cx="3835301" cy="791021"/>
          </a:xfrm>
          <a:prstGeom prst="roundRect">
            <a:avLst>
              <a:gd name="adj" fmla="val 12844"/>
            </a:avLst>
          </a:prstGeom>
          <a:noFill/>
          <a:ln w="19050">
            <a:solidFill>
              <a:srgbClr val="A8CE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44802" y="2390180"/>
            <a:ext cx="1355378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927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041529" y="2343894"/>
            <a:ext cx="212690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Trends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41529" y="2596455"/>
            <a:ext cx="21269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improvement over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22602" y="3090416"/>
            <a:ext cx="3835301" cy="752921"/>
          </a:xfrm>
          <a:prstGeom prst="roundRect">
            <a:avLst>
              <a:gd name="adj" fmla="val 13494"/>
            </a:avLst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25752" y="3242816"/>
            <a:ext cx="377190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Achievements and Badges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5752" y="3495377"/>
            <a:ext cx="37719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 milestones as you progress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811119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Vault and Seamless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63501"/>
            <a:ext cx="3712982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Vault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254472"/>
            <a:ext cx="3200846" cy="752921"/>
          </a:xfrm>
          <a:prstGeom prst="roundRect">
            <a:avLst>
              <a:gd name="adj" fmla="val 13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406872"/>
            <a:ext cx="3297564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and Filter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750" y="1659434"/>
            <a:ext cx="329756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documents by type or 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2134344"/>
            <a:ext cx="3200846" cy="752921"/>
          </a:xfrm>
          <a:prstGeom prst="roundRect">
            <a:avLst>
              <a:gd name="adj" fmla="val 13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286744"/>
            <a:ext cx="3297564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Time-Grouped 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750" y="2539305"/>
            <a:ext cx="329756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Organized by creation 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3014216"/>
            <a:ext cx="3200846" cy="752921"/>
          </a:xfrm>
          <a:prstGeom prst="roundRect">
            <a:avLst>
              <a:gd name="adj" fmla="val 13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166616"/>
            <a:ext cx="3297564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Re-Use Any Document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750" y="3419177"/>
            <a:ext cx="3297564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into Builder for iteration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64347" y="1495723"/>
            <a:ext cx="4917058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Data 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64347" y="1946374"/>
            <a:ext cx="1269950" cy="406301"/>
          </a:xfrm>
          <a:prstGeom prst="roundRect">
            <a:avLst>
              <a:gd name="adj" fmla="val 18755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02782" y="2073325"/>
            <a:ext cx="77081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10498" y="2060525"/>
            <a:ext cx="248781" cy="19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4398" y="1946374"/>
            <a:ext cx="1269950" cy="406301"/>
          </a:xfrm>
          <a:prstGeom prst="roundRect">
            <a:avLst>
              <a:gd name="adj" fmla="val 187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50434" y="2073325"/>
            <a:ext cx="11131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Letter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10549" y="2060525"/>
            <a:ext cx="248781" cy="192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4450" y="1946374"/>
            <a:ext cx="1269950" cy="406301"/>
          </a:xfrm>
          <a:prstGeom prst="roundRect">
            <a:avLst>
              <a:gd name="adj" fmla="val 18755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69101" y="2073325"/>
            <a:ext cx="8588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4347" y="2530376"/>
            <a:ext cx="4470053" cy="736550"/>
          </a:xfrm>
          <a:prstGeom prst="roundRect">
            <a:avLst>
              <a:gd name="adj" fmla="val 137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83397" y="2530376"/>
            <a:ext cx="0" cy="73655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80148" y="2682776"/>
            <a:ext cx="4484206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Pre-fills Cover Letter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80148" y="2918966"/>
            <a:ext cx="4484206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Details auto-populate seamlessly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4347" y="3368427"/>
            <a:ext cx="4470053" cy="736550"/>
          </a:xfrm>
          <a:prstGeom prst="roundRect">
            <a:avLst>
              <a:gd name="adj" fmla="val 137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83397" y="3368427"/>
            <a:ext cx="0" cy="736550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0148" y="3520827"/>
            <a:ext cx="4484206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Uses Resume 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80148" y="3757017"/>
            <a:ext cx="4484206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Tailored questions from your profile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749789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Architecture —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743373"/>
            <a:ext cx="1219200" cy="693241"/>
          </a:xfrm>
          <a:prstGeom prst="roundRect">
            <a:avLst>
              <a:gd name="adj" fmla="val 14656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671" y="1895773"/>
            <a:ext cx="1321058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8671" y="2144464"/>
            <a:ext cx="1321058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92350" y="2000994"/>
            <a:ext cx="231011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33600" y="1743373"/>
            <a:ext cx="1219200" cy="693241"/>
          </a:xfrm>
          <a:prstGeom prst="roundRect">
            <a:avLst>
              <a:gd name="adj" fmla="val 14656"/>
            </a:avLst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82671" y="1895773"/>
            <a:ext cx="1321058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82671" y="2144464"/>
            <a:ext cx="1321058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6350" y="2000994"/>
            <a:ext cx="231011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743373"/>
            <a:ext cx="1219200" cy="693241"/>
          </a:xfrm>
          <a:prstGeom prst="roundRect">
            <a:avLst>
              <a:gd name="adj" fmla="val 14656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06671" y="1895773"/>
            <a:ext cx="1321058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6671" y="2144464"/>
            <a:ext cx="1321058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40350" y="2000994"/>
            <a:ext cx="231011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81600" y="1743373"/>
            <a:ext cx="1219200" cy="693241"/>
          </a:xfrm>
          <a:prstGeom prst="roundRect">
            <a:avLst>
              <a:gd name="adj" fmla="val 14656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30671" y="1895773"/>
            <a:ext cx="1321058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30671" y="2144464"/>
            <a:ext cx="1321058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64350" y="2000994"/>
            <a:ext cx="231011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05600" y="1743373"/>
            <a:ext cx="1219200" cy="693241"/>
          </a:xfrm>
          <a:prstGeom prst="roundRect">
            <a:avLst>
              <a:gd name="adj" fmla="val 14656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54671" y="1895773"/>
            <a:ext cx="1321058" cy="213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54671" y="2144464"/>
            <a:ext cx="1321058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600" y="2639764"/>
            <a:ext cx="2539901" cy="1471464"/>
          </a:xfrm>
          <a:prstGeom prst="roundRect">
            <a:avLst>
              <a:gd name="adj" fmla="val 690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2750" y="2817465"/>
            <a:ext cx="251764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Layer (z-ai SDK)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750" y="3095327"/>
            <a:ext cx="2240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powers summary generation, experience improvement, cover letters, interview questions, career guidance, and resume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01901" y="2639764"/>
            <a:ext cx="2540050" cy="1471464"/>
          </a:xfrm>
          <a:prstGeom prst="roundRect">
            <a:avLst>
              <a:gd name="adj" fmla="val 690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05051" y="2817465"/>
            <a:ext cx="264584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05051" y="3095327"/>
            <a:ext cx="2240436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TTS generates speech, ASR transcribes responses, lip-sync animates avatar in real-time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94350" y="2639764"/>
            <a:ext cx="2540050" cy="1471464"/>
          </a:xfrm>
          <a:prstGeom prst="roundRect">
            <a:avLst>
              <a:gd name="adj" fmla="val 690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7501" y="2817465"/>
            <a:ext cx="2517824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97501" y="3095327"/>
            <a:ext cx="22404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Zustand stores connect all features: profile, resume data, history, and progress flow seamlessly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29624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90067"/>
            <a:ext cx="2438400" cy="2126754"/>
          </a:xfrm>
          <a:prstGeom prst="roundRect">
            <a:avLst>
              <a:gd name="adj" fmla="val 59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693218"/>
            <a:ext cx="406301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858268"/>
            <a:ext cx="264172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750" y="2207419"/>
            <a:ext cx="2032099" cy="1278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16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 4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shadcn/ui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25701" y="1490067"/>
            <a:ext cx="2438400" cy="2126754"/>
          </a:xfrm>
          <a:prstGeom prst="roundRect">
            <a:avLst>
              <a:gd name="adj" fmla="val 59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8851" y="1693218"/>
            <a:ext cx="406301" cy="381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8851" y="1858268"/>
            <a:ext cx="264172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8851" y="2207419"/>
            <a:ext cx="2032099" cy="1278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Prisma ORM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Zustand State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Routes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41802" y="1490067"/>
            <a:ext cx="2438400" cy="2126754"/>
          </a:xfrm>
          <a:prstGeom prst="roundRect">
            <a:avLst>
              <a:gd name="adj" fmla="val 59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44952" y="1693218"/>
            <a:ext cx="406301" cy="381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44952" y="1858268"/>
            <a:ext cx="2519803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Services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44952" y="2207419"/>
            <a:ext cx="2032099" cy="127862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z-ai SDK (LLM)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z-ai SDK (VLM)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z-ai SDK (TTS)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z-ai SDK (ASR)</a:t>
            </a:r>
            <a:endParaRPr lang="en-US" sz="1200" dirty="0"/>
          </a:p>
          <a:p>
            <a:pPr algn="l" marL="101600" indent="-1016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Lip-Sync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3794522"/>
            <a:ext cx="7924800" cy="569863"/>
          </a:xfrm>
          <a:prstGeom prst="roundRect">
            <a:avLst>
              <a:gd name="adj" fmla="val 22286"/>
            </a:avLst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3501" y="3972223"/>
            <a:ext cx="2272662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Dark Theme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8086" y="3972818"/>
            <a:ext cx="5288354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Glassmorphism UI · Bottom Navbar · Touch-Optimized · Framer Motion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output/slide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08450" y="99670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377553"/>
            <a:ext cx="8595360" cy="113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Empowering SA Youth,</a:t>
            </a:r>
            <a:endParaRPr lang="en-US" sz="3600" dirty="0"/>
          </a:p>
          <a:p>
            <a:pPr algn="ctr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Career at a Time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267200" y="2657475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504902" y="2924175"/>
            <a:ext cx="6134048" cy="61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3200"/>
              </a:spcAft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career readiness — from resume to interview — in one seamless 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01716" y="3899297"/>
            <a:ext cx="2940420" cy="267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NexTech Career · March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2026-05-05T22:54:59Z</dcterms:created>
  <dcterms:modified xsi:type="dcterms:W3CDTF">2026-05-05T22:54:59Z</dcterms:modified>
</cp:coreProperties>
</file>